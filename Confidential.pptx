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2" y="1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E5093-6923-488C-9E9E-412708023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62B8A3-CA04-43BE-9B83-6DA95DCB2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7CA4BD-A141-4644-A932-8B1205C18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636-96E4-4565-A5B5-D13FBF05876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B1285C-A8A8-4038-9EDA-B24EE4B9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A40D2D-DDA0-43A2-AD15-8C002EC7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05E9-D8E7-4B63-B452-A11A59437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656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5A223-F88B-4AD1-ABE4-FC07592A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1ABA9D-8420-4B44-890D-7741BF914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843485-1569-4B67-87C7-EB93425B0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636-96E4-4565-A5B5-D13FBF05876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E9AB8C-2107-47B9-A368-FB3D9D57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64BBA7-DFA9-4CA3-A79C-C2375727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05E9-D8E7-4B63-B452-A11A59437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019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361FD3-9535-4221-8A24-FBC1853D1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7851F6-6BB9-4272-B2E9-EDAACCE5D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02A89B-FDFE-4883-B851-495C019F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636-96E4-4565-A5B5-D13FBF05876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B3AB2-B345-42BC-9A7F-A5A606746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D85A0F-6C99-47B4-88B7-B2BEBF492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05E9-D8E7-4B63-B452-A11A59437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254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99A1B-1FA1-4B18-9303-731D96852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977328-E197-4EF0-A7F2-08BB7377C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E87F73-02D0-43C7-86F4-9A219DFBA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1F9FDA-65EE-4B9F-A2D8-2014D98A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636-96E4-4565-A5B5-D13FBF05876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573F81-072F-4C61-998F-2C1E767A4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65C189-06D1-4A86-A71A-2AC133B42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05E9-D8E7-4B63-B452-A11A59437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01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FF077-8718-4001-9AD3-43A55888E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3BFF13-CE67-4C47-979D-377954439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17757F-F5D5-4F3F-9E54-7A3AF8C99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E3BF87-9A04-4361-8998-290FA6A4F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29F794-0A1B-4795-9E53-D80F53FFA4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09B515-95D4-43F4-A53C-212ED832E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636-96E4-4565-A5B5-D13FBF05876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509AE6-05BC-4B13-8ED3-CB571DF6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4FCAB5-EE22-43FC-B6B0-CE2B5054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05E9-D8E7-4B63-B452-A11A59437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505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28C86-B920-48A6-9EB3-C4ED80C92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7DF9D5-F2CA-4FEA-8FDA-CAC42346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636-96E4-4565-A5B5-D13FBF05876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FD27A4-DAAB-4F09-B95E-7C688F78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814B0F-716D-4596-AEC7-BA431999C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05E9-D8E7-4B63-B452-A11A59437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33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182019E-91BA-482C-B6F2-D5207913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636-96E4-4565-A5B5-D13FBF05876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3FE40B-7FCD-4509-AE42-BF546055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4F9B95-B061-4847-96A6-CD411867E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05E9-D8E7-4B63-B452-A11A59437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47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954B74-243A-4B48-A8EB-5642BF4C1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B6B6B-70EB-4D77-AFC2-89393E12D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36251E-1A5F-40C5-9D33-3535001ED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1D2058-002E-4989-8F00-9602416F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636-96E4-4565-A5B5-D13FBF05876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38488B-5CD5-4074-9241-9FEE663DF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747319-589E-4BE6-B36F-08D2BF6A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05E9-D8E7-4B63-B452-A11A59437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80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F173B-0AC9-4CCF-AF1B-8011D018A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B248B5-ECA2-461F-A65B-1E321C08F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FBD357-925C-4A16-99CD-037AC21E3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FF03FA-7D28-4970-BF58-842AB3055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636-96E4-4565-A5B5-D13FBF05876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3FD181-4219-4D2A-BC09-8774138FA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A7990C-C2EC-4786-98B9-67A3F3B8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05E9-D8E7-4B63-B452-A11A59437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99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477CC-5990-4175-911D-9CCC77B5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AB1A62-5DCA-4CCF-95A0-77C6F9CAC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2918D8-7891-4C82-9862-7F51BC2AC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636-96E4-4565-A5B5-D13FBF05876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BC84BF-6EB5-4B00-AA71-338B4EB5E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B497-EAC8-485C-802B-8B9C18D2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05E9-D8E7-4B63-B452-A11A59437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660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D3CFA8-126C-4FDE-A589-338E1098EC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0AF60C-89AD-4D39-9299-B9E78B33C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219F15-CB09-4E25-B1B3-04E6BF797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B636-96E4-4565-A5B5-D13FBF05876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042463-A1C7-4C34-9C06-E350C045C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E73BF6-851E-4127-BB0B-5945887C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05E9-D8E7-4B63-B452-A11A59437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634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A57DBB3-B75A-49AE-A72D-2AB6086C8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916924-BB66-42B5-B076-6EDDF3B82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07B8A9-B294-410E-B72C-E43D02566B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BB636-96E4-4565-A5B5-D13FBF05876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0D158F-147E-4B21-B760-ABF0D69D0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29374D-7DCB-4453-A2FA-CA28B0539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E05E9-D8E7-4B63-B452-A11A59437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733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8C4C25-F021-44E1-90F2-5E07B64CA6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F36FE2-9D0E-4D47-A8F2-C94F5D540B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confidential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282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Confidential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Confidential</dc:title>
  <dc:creator>USER</dc:creator>
  <cp:lastModifiedBy>USER</cp:lastModifiedBy>
  <cp:revision>2</cp:revision>
  <dcterms:created xsi:type="dcterms:W3CDTF">2025-08-04T05:08:54Z</dcterms:created>
  <dcterms:modified xsi:type="dcterms:W3CDTF">2025-08-04T05:16:29Z</dcterms:modified>
</cp:coreProperties>
</file>