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2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C69E4-0FB0-4038-9EBE-ED5377C13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804370-6CB7-46C4-AAA8-09630D680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1965D9-1FBF-4ECC-996C-77182136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48454-5EC3-4F6D-B9AF-0A53C5BD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3D03E0-AB8D-448A-934D-56E6704B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CA364-0811-4AC0-B591-B077842F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1CC3A-82A8-4219-8C51-500411D2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FE157-2A3C-4DAD-A412-DB2D0A2A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152BA-D534-4BF8-9CE7-C2D98D2A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17633-3698-43BC-99E0-8AEFDA5C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94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FB226-1B07-4257-B5AA-4098B913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9A480B-0409-4685-B0E1-327DFE84F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11EEDA-0B29-404C-8F17-D518AB1A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F5B65D-B89F-41AE-8D0A-DE700E21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7E922-C7EB-4E1B-829D-9D034C23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58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92E2E-1735-4893-AE5F-74B48CFC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8FD00-2400-4680-97A1-1F114C2A4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86AFD8-835D-49F2-8E46-E5B0BBE13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D9CFAA-C332-43A8-98EB-4A7289C2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FB2400-6849-40F6-AE64-D2DC8B6F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4CD8A0-B244-40E5-BE8D-5A4D81E3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5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FC18A-9DBD-4A85-B034-F8C2151D3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C3C113-835C-4144-9E57-4F1C78FF0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EA62D0-BB12-4DCC-BCFA-847D4B70C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098FE1-1A2D-4AA9-B6F3-E417F141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4777794-FF6D-4300-A07C-175C13C2E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254446-ACE7-4642-BCEE-9B482FD97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C35819-AE91-4801-BC8F-685F94B9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253F3F-A816-4D8A-B92F-10ED673E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1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3B423-B477-48E0-9F94-8C9AA44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FC376E-252E-4021-8F0D-23462BC1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552C14-08EC-485F-8FAD-0688E760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52BB37-A9DF-40C8-AC77-2B879D8A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F5E851-7570-46FA-A3A1-5CBAC970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89B720-4AA8-4EB2-A6F6-1F28E648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9C703-5E79-4E01-A593-644B644D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83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FFAA1-B9CD-4430-8E37-9E1169E5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66368-D569-41D7-A0BA-A7FC1A353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AB902A-8AFD-4784-B484-87A498069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AF228-26E7-40DB-AB82-05821CBD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7033B4-BD49-468B-9E9C-126ECB6F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F9B13-DBBD-498D-9D31-3C9CEC24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95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33A3-EA89-4F2F-B273-316AAD85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BD8402-ED70-4FA9-A06A-F06C8B0C4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07602D-EBCA-4789-ABA4-FBC5ECCEA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7E25D-38FE-41B6-AD40-305065C9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37E4DB-6AD9-41CC-AB6E-A4AF3E6C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6E0739-31B1-4113-9DAF-8EA6D0E4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2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9A4D1-B19E-4598-A8C5-F3A1F2A4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80431C-76B4-4280-989F-11FD8788C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0CDE1-77FD-43CA-9765-30C9EAC5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8F8B17-9582-4B3B-B283-5AFC4885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02B0C-7F60-4596-85A0-E60768B7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1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3B1DED-5D04-4CDB-BD52-8F8C13D10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9C2620-945A-4F31-86BE-53A67D518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6BF4D-D74E-42AF-A6A5-42EF26BF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E1B43-FDA8-4BCD-A096-26C6E140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E8E70A-85DA-4FBC-9F79-26DBF662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62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2574EB-24B8-499C-9B58-7A7803617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C920BB-462D-47D0-AF8B-5E75ACC3C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5BB99-F46D-4BEE-8454-286EA43F6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A27A1-003C-4C27-921F-B167DF00171A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EC32A-874A-47E9-AD30-82DDE466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F45C3-A558-48AC-A67A-779484C4B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C7B76-686F-4FA9-AEBE-2154C064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0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042C6-8F07-40C1-81EF-88D69B4F0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Navercloud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6151EE-DEFD-4B17-AA55-53726A5A27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navercloud</a:t>
            </a:r>
            <a:endParaRPr lang="en-US" altLang="ko-KR" dirty="0"/>
          </a:p>
          <a:p>
            <a:r>
              <a:rPr lang="en-US" altLang="ko-KR" dirty="0"/>
              <a:t>1234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37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Navercloud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기밀</dc:title>
  <dc:creator>USER</dc:creator>
  <cp:lastModifiedBy>현창 신</cp:lastModifiedBy>
  <cp:revision>5</cp:revision>
  <dcterms:created xsi:type="dcterms:W3CDTF">2025-08-04T05:08:09Z</dcterms:created>
  <dcterms:modified xsi:type="dcterms:W3CDTF">2026-01-21T04:13:42Z</dcterms:modified>
</cp:coreProperties>
</file>